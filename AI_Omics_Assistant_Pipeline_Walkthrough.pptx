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WALKTHROUGH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Omics &amp; Protein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Assistant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architecture, module-by-module — for code review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1037844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3E6E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064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25396" y="5806440"/>
            <a:ext cx="1298448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3E6E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5396" y="5806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REST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88436" y="5806440"/>
            <a:ext cx="950976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3E6E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8436" y="58064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RCSB PDB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04004" y="5806440"/>
            <a:ext cx="1385316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3E6E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4004" y="5806440"/>
            <a:ext cx="1385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EBI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53912" y="5806440"/>
            <a:ext cx="950976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3E6E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58064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58064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3E6E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5806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Atlas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Module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orchestrates seven single-purpose modules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32808" y="105156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32808" y="1051560"/>
            <a:ext cx="29260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 orchestrator)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71016" y="1645920"/>
            <a:ext cx="0" cy="114300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7889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788920"/>
            <a:ext cx="153619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uniprot.py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get_protein_info()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79293" y="1645920"/>
            <a:ext cx="0" cy="114300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11197" y="27889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11197" y="2788920"/>
            <a:ext cx="153619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structure.py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get_pdb_structure()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7570" y="1645920"/>
            <a:ext cx="0" cy="114300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19474" y="27889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9474" y="2788920"/>
            <a:ext cx="153619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alphafold.py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get_alphafold_info()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5848" y="1645920"/>
            <a:ext cx="0" cy="114300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27752" y="27889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27752" y="2788920"/>
            <a:ext cx="153619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foldseek.py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search_foldseek()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04125" y="1645920"/>
            <a:ext cx="0" cy="114300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36029" y="27889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36029" y="2788920"/>
            <a:ext cx="153619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hit_annotation.py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get_hit_annotation()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12402" y="1645920"/>
            <a:ext cx="0" cy="114300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44306" y="27889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44306" y="2788920"/>
            <a:ext cx="153619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biomarker.py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analyze_single_protein()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920679" y="1645920"/>
            <a:ext cx="0" cy="114300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52583" y="27889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52583" y="2788920"/>
            <a:ext cx="153619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ai_assistant.py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generate_protein_analysis()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61408" y="434340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61408" y="4343400"/>
            <a:ext cx="2468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structure_viewer.py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(3Dmol.js render)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95848" y="3749040"/>
            <a:ext cx="0" cy="594360"/>
          </a:xfrm>
          <a:prstGeom prst="line">
            <a:avLst/>
          </a:prstGeom>
          <a:noFill/>
          <a:ln w="15875">
            <a:solidFill>
              <a:srgbClr val="B9C4C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525780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25780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 </a:t>
            </a:r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wraps exactly one external API and returns a plain dict/list — app.py holds all orchestration and Streamlit session-state logic. No module imports Streamlit.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— One Button Click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the “Analyze Protein” button in app.py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0828" y="2286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0828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226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0828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12468" y="2880360"/>
            <a:ext cx="320040" cy="0"/>
          </a:xfrm>
          <a:prstGeom prst="line">
            <a:avLst/>
          </a:prstGeom>
          <a:noFill/>
          <a:ln w="25400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32508" y="2286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32508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2394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32508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24148" y="2880360"/>
            <a:ext cx="320040" cy="0"/>
          </a:xfrm>
          <a:prstGeom prst="line">
            <a:avLst/>
          </a:prstGeom>
          <a:noFill/>
          <a:ln w="25400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44188" y="2286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44188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3562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44188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35828" y="2880360"/>
            <a:ext cx="320040" cy="0"/>
          </a:xfrm>
          <a:prstGeom prst="line">
            <a:avLst/>
          </a:prstGeom>
          <a:noFill/>
          <a:ln w="25400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55868" y="2286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55868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4730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55868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47508" y="2880360"/>
            <a:ext cx="320040" cy="0"/>
          </a:xfrm>
          <a:prstGeom prst="line">
            <a:avLst/>
          </a:prstGeom>
          <a:noFill/>
          <a:ln w="25400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67548" y="2286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67548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5898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67548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959188" y="2880360"/>
            <a:ext cx="320040" cy="0"/>
          </a:xfrm>
          <a:prstGeom prst="line">
            <a:avLst/>
          </a:prstGeom>
          <a:noFill/>
          <a:ln w="25400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279228" y="2286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79228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7066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279228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demand)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9776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writes into st.session_state; downstream sections read from state, not from the button click directly.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7240" y="461772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step 3 finds no PDB entry, AlphaFold is queried automatically as a fallback.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(Foldseek) only runs if a usable structure_url exists from step 3.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(biomarker) runs independently for any protein with a gene_name — no dependency on structure/Foldseek.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is manual: a separate “Generate AI Analysis” button, not part of the auto-run chain.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UNIPROT.PY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 Metadata &amp; Function Extraction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/uniprotkb/{id}.json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59436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40480" y="114300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143000"/>
            <a:ext cx="3017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Parse: name, organism,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gene, length, GO terms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148840"/>
            <a:ext cx="2377440" cy="1005840"/>
          </a:xfrm>
          <a:prstGeom prst="diamond">
            <a:avLst/>
          </a:prstGeom>
          <a:solidFill>
            <a:srgbClr val="F5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148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1783080"/>
            <a:ext cx="0" cy="36576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3154680"/>
            <a:ext cx="0" cy="45720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7220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CATALYTIC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comment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2651760"/>
            <a:ext cx="12344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2313432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0" y="2313432"/>
            <a:ext cx="28346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=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69480" y="3950208"/>
            <a:ext cx="12344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361188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0392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“Catalyzes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reaction: …”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663440"/>
            <a:ext cx="11185855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fallback exists because well-annotated enzymes (e.g. P00722 / β-galactosidase) often carry no free-text FUNCTION comment at all — only a catalytic-activity reaction.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function_source is tagged (“function_comment” vs “catalytic_activity”) and later read by ai_assistant.py to phrase the report correctly.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UniProt returns HTTP ≠ 200, get_protein_info() returns None and app.py shows “Protein ID not found” — no distinction between “invalid ID” and “UniProt is down.”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STRUCTURE.PY + ALPHAFOLD.PY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Resolution — PDB First, AlphaFold Fallback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2834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RCSB Search API: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→ PDB entry?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94760" y="868680"/>
            <a:ext cx="2286000" cy="1097280"/>
          </a:xfrm>
          <a:prstGeom prst="diamond">
            <a:avLst/>
          </a:prstGeom>
          <a:solidFill>
            <a:srgbClr val="F5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8686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found?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45720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1234440"/>
            <a:ext cx="132588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72200" y="932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914400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914400"/>
            <a:ext cx="4251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experimental PDB — structure_url = files.rcsb.org/download/{id}.pdb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1965960"/>
            <a:ext cx="0" cy="64008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2920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26060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AlphaFold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prediction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3520440"/>
            <a:ext cx="2468880" cy="1097280"/>
          </a:xfrm>
          <a:prstGeom prst="diamond">
            <a:avLst/>
          </a:prstGeom>
          <a:solidFill>
            <a:srgbClr val="F5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returned?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246120"/>
            <a:ext cx="0" cy="27432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4069080"/>
            <a:ext cx="12344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63640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338328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0" y="3383280"/>
            <a:ext cx="42519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AlphaFold model — pLDDT computed by averaging the B-factor column of every CA atom in the downloaded PDB (not a single summary field from the API)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4617720"/>
            <a:ext cx="0" cy="59436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0292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52120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B8504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03320" y="5212080"/>
            <a:ext cx="2468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= None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60350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FBEDEA"/>
          </a:solidFill>
          <a:ln w="12700">
            <a:solidFill>
              <a:srgbClr val="E9D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structure = None: Foldseek is skipped entirely and the UI shows “No experimental or predicted structure was available.”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FOLDSEEK.PY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Foldseek Structural Similarity 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88720" y="9601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960120"/>
            <a:ext cx="2377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0" cy="3931920"/>
          </a:xfrm>
          <a:prstGeom prst="line">
            <a:avLst/>
          </a:prstGeom>
          <a:noFill/>
          <a:ln w="12700">
            <a:solidFill>
              <a:srgbClr val="C7D0D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772400" y="9601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0" y="960120"/>
            <a:ext cx="2377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search.foldseek.com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0" y="1463040"/>
            <a:ext cx="0" cy="3931920"/>
          </a:xfrm>
          <a:prstGeom prst="line">
            <a:avLst/>
          </a:prstGeom>
          <a:noFill/>
          <a:ln w="12700">
            <a:solidFill>
              <a:srgbClr val="C7D0D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14600" y="171907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719072"/>
            <a:ext cx="3566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structure file (PDB bytes) from structure_url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2450592"/>
            <a:ext cx="658368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514600" y="20665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/api/ticket  (multipart: query.pdb, mode=3diaa, database=pdb100)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2935224"/>
            <a:ext cx="-6583680" cy="0"/>
          </a:xfrm>
          <a:prstGeom prst="line">
            <a:avLst/>
          </a:prstGeom>
          <a:noFill/>
          <a:ln w="19050">
            <a:solidFill>
              <a:srgbClr val="6E7A85"/>
            </a:solidFill>
            <a:prstDash val="dash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514600" y="25511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id: ticket_id 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3419856"/>
            <a:ext cx="658368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514600" y="30358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/api/ticket/{id}   — loop, sleep(3), up to 30× (~90s)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3904488"/>
            <a:ext cx="-6583680" cy="0"/>
          </a:xfrm>
          <a:prstGeom prst="line">
            <a:avLst/>
          </a:prstGeom>
          <a:noFill/>
          <a:ln w="19050">
            <a:solidFill>
              <a:srgbClr val="6E7A85"/>
            </a:solidFill>
            <a:prstDash val="dash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514600" y="3520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RUNNING → … → COMPLETE  (or ERROR / timeout)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4389120"/>
            <a:ext cx="658368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514600" y="40050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/api/result/{id}/0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1120" y="4873752"/>
            <a:ext cx="-6583680" cy="0"/>
          </a:xfrm>
          <a:prstGeom prst="line">
            <a:avLst/>
          </a:prstGeom>
          <a:noFill/>
          <a:ln w="19050">
            <a:solidFill>
              <a:srgbClr val="6E7A85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514600" y="448970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hits: target, seqId, eval, score, alnLength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404104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BEDEA"/>
          </a:solidFill>
          <a:ln w="12700">
            <a:solidFill>
              <a:srgbClr val="E9D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404104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non-200 status, malformed JSON, missing ticket id, ERROR status, or exceeding 30 polls all return None the same way — the UI can't tell “no structural hits” apart from “Foldseek failed.”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HIT_ANNOTATION.PY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Annotating Each Foldseek Hit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 hit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string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1645920"/>
            <a:ext cx="5486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128016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80160"/>
            <a:ext cx="28346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extract_uniprot_id()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match (2 patterns)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2286000"/>
            <a:ext cx="2377440" cy="960120"/>
          </a:xfrm>
          <a:prstGeom prst="diamond">
            <a:avLst/>
          </a:prstGeom>
          <a:solidFill>
            <a:srgbClr val="F5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286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2011680"/>
            <a:ext cx="0" cy="27432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3246120"/>
            <a:ext cx="0" cy="41148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9224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36576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B8504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3657600"/>
            <a:ext cx="23774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=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available”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18120" y="2651760"/>
            <a:ext cx="59436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86384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286000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2286000"/>
            <a:ext cx="32461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/uniprotkb/{acc}.json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40112" y="3017520"/>
            <a:ext cx="0" cy="50292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12480" y="3520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3520440"/>
            <a:ext cx="3246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protein_name, organism,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comment → merged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hit dict (**hit, **annotation)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709160"/>
            <a:ext cx="11185855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46320"/>
            <a:ext cx="10637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regex is heuristic: the second pattern (\b[A-Z0-9]{6,10}\b) is broad and can match non-UniProt tokens embedded in a PDB/Foldseek target ID string — there's no validation against UniProt's real accession checksum.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once per hit (default up to 5), each a separate blocking UniProt REST call — no batching, no caching across a session.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BIOMARKER.PY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Expression Evidence (Expression Atlas)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2468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gene_name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record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353312"/>
            <a:ext cx="5486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0515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051560"/>
            <a:ext cx="3291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/gxa/api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geneIs={gene} &amp; updownIn=EFO_0000408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12280" y="1353312"/>
            <a:ext cx="5486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60920" y="1051560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1051560"/>
            <a:ext cx="4297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_extract_results() → _extract_disease_expression()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(disease × experiment)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1645920"/>
            <a:ext cx="0" cy="50292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21488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488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across rows:
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Direction = majority vote of UP vs DOWN counts (else “Mixed”)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best_p_value = min(Up P-value, Down P-value) across all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2834640"/>
            <a:ext cx="5486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2200" y="2331720"/>
            <a:ext cx="2606040" cy="1051560"/>
          </a:xfrm>
          <a:prstGeom prst="diamond">
            <a:avLst/>
          </a:prstGeom>
          <a:solidFill>
            <a:srgbClr val="F5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3317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best_p_value ≤ 0.05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≥1 observation?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2834640"/>
            <a:ext cx="5486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82396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25146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2688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potential_biomarker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3383280"/>
            <a:ext cx="0" cy="59436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54380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9776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B8504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977640"/>
            <a:ext cx="2606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potential_biomarker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False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02920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BEDEA"/>
          </a:solidFill>
          <a:ln w="12700">
            <a:solidFill>
              <a:srgbClr val="E9D3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029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uncorrected p-value threshold across pooled Atlas experiments — no multiple-testing correction, no effect-size (fold-change) requirement, and no distinction between one strong experiment and several weak ones feeding the same “best” p-value. Treat the flag as a triage signal, not a validated call.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AI_ASSISTANT.PY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Research Assistant” Report Builder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makes no LLM call. It is deterministic Python string templating over the results already in session_state.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74520"/>
            <a:ext cx="2743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interpretation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8259775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7452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function present? → cite it. Else: top Foldseek hit has a function? → flag as a structure-based hypothesis. Else: “not available.”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51760"/>
            <a:ext cx="2743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evidence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651760"/>
            <a:ext cx="8259775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65176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AlphaFold pLDDT if present; otherwise states AlphaFold info was unavailable.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429000"/>
            <a:ext cx="2743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 evidence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429000"/>
            <a:ext cx="8259775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42900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hit count + names the top hit and its sequence identity, with a caveat that similarity ≠ proof of function.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2062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206240"/>
            <a:ext cx="2743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206240"/>
            <a:ext cx="8259775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420624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searched gene in the evidence table; reports Healthy/Disease means, fold-change, adjusted p-value, and the candidate flag — or says the gene wasn't found in the dataset.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98348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983480"/>
            <a:ext cx="2743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4983480"/>
            <a:ext cx="8259775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498348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fixed, hard-coded bullet points — identical on every report regardless of the protein.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degrades gracefully to a fallback sentence when its upstream data is missing — the report never errors, it just says less.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· APP.PY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State &amp; Rendering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click: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“🔍 Analyze Protein”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554480"/>
            <a:ext cx="5486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69080" y="118872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1188720"/>
            <a:ext cx="3291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7 session_state keys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(protein, structure, foldseek_results …)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60920" y="1554480"/>
            <a:ext cx="548640" cy="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09560" y="118872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9560" y="1188720"/>
            <a:ext cx="3749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blocking calls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wrapped in st.spinner)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84080" y="1920240"/>
            <a:ext cx="0" cy="59436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25146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0" y="2514600"/>
            <a:ext cx="4069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back into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st.session_state[...] as each step finishes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0" y="3291840"/>
            <a:ext cx="0" cy="548640"/>
          </a:xfrm>
          <a:prstGeom prst="line">
            <a:avLst/>
          </a:prstGeom>
          <a:noFill/>
          <a:ln w="22225">
            <a:solidFill>
              <a:srgbClr val="6E7A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84048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3840480"/>
            <a:ext cx="4846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button: sections read straight from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session_state and render unconditionally on rerun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93776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7492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reruns the whole script top-to-bottom on every interaction — that's why results live in session_state instead of local variables.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strictly sequentially inside the button block: UniProt → structure → Foldseek → annotation, each blocking on the previous network call. A slow Foldseek poll (~up to 90s) blocks the whole page.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“Generate AI Analysis” and biomarker sections re-run on every Streamlit rerun once a protein is loaded — including the biomarker Expression Atlas call, which fires again even if you just toggled an unrelated widget.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Limitations, Read From the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D8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 re-hits five live external APIs from zero — UniProt, RCSB, AlphaFold EBI, Foldseek, Expression Atlas. Re-searching the same protein twice repeats every call.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78728" y="141732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10" name="Text 8"/>
          <p:cNvSpPr/>
          <p:nvPr/>
        </p:nvSpPr>
        <p:spPr>
          <a:xfrm>
            <a:off x="6507328" y="152704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 can silently fail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07328" y="187452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D8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after ~90s of polling, an ERROR status, and a malformed response all return None identically — the UI can't tell “no hits” from “search broke.”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8152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“AI” is not an LLM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D8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generate_protein_analysis() is deterministic string templating over existing data — no model call, no reasoning beyond fixed if/else branches.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78728" y="297180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16" name="Text 14"/>
          <p:cNvSpPr/>
          <p:nvPr/>
        </p:nvSpPr>
        <p:spPr>
          <a:xfrm>
            <a:off x="6507328" y="308152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flag is a single heuristic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7328" y="342900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D8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uncorrected p ≤ 0.05 threshold on pooled Atlas data, no fold-change gate, no multiple-testing correction.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2920" y="452628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3600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unvalidated regex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D8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extract_uniprot_id() can match non-accession tokens; there's no checksum or format verification against real UniProt IDs.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78728" y="452628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63600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error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07328" y="498348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D8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modules catch only requests.RequestException / generic exceptions and collapse every failure mode to None or a generic message.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Dependencies, External APIs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81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called directly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1508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REST   </a:t>
            </a:r>
            <a:pPr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rest.uniprot.org/uniprotkb/{id}.json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192938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RCSB PDB Search API   </a:t>
            </a:r>
            <a:pPr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search.rcsb.org/rcsbsearch/v2/query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2350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EBI   </a:t>
            </a:r>
            <a:pPr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alphafold.ebi.ac.uk/api/prediction/{id}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0" y="277063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   </a:t>
            </a:r>
            <a:pPr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search.foldseek.com/api (ticket/poll/result)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80560" y="319125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EMBL-EBI Expression Atlas   </a:t>
            </a:r>
            <a:pPr indent="0" marL="0">
              <a:buNone/>
            </a:pPr>
            <a:r>
              <a:rPr lang="en-US" sz="1000" dirty="0">
                <a:solidFill>
                  <a:srgbClr val="6E7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ebi.ac.uk/gxa/api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11185855" cy="0"/>
          </a:xfrm>
          <a:prstGeom prst="line">
            <a:avLst/>
          </a:prstGeom>
          <a:noFill/>
          <a:ln w="12700">
            <a:solidFill>
              <a:srgbClr val="E1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709160"/>
            <a:ext cx="111858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response cache (per protein ID / gene) to cut redundant calls on rerun.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Foldseek failure vs. “no hits” as distinct UI states.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fold-change + multiple-testing correction to the biomarker flag.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real LLM layer is wanted, swap ai_assistant.py's templating for an actual API call — and label report provenance either way.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2026-08-20T11:19:42Z</dcterms:created>
  <dcterms:modified xsi:type="dcterms:W3CDTF">2026-08-20T11:19:42Z</dcterms:modified>
</cp:coreProperties>
</file>